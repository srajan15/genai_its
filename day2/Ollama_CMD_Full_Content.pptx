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1" d="100"/>
          <a:sy n="71" d="100"/>
        </p:scale>
        <p:origin x="-1136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Ollama –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Ollama is a tool used to run Large Language Models (LLMs) locally.</a:t>
            </a:r>
          </a:p>
          <a:p>
            <a:r>
              <a:t>No cloud or paid API required.</a:t>
            </a:r>
          </a:p>
          <a:p>
            <a:r>
              <a:t>Works offline after setup.</a:t>
            </a:r>
          </a:p>
          <a:p>
            <a:r>
              <a:t>Used for learning, experimentation, and private AI apps.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Ollama?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Run AI models on your own system</a:t>
            </a:r>
          </a:p>
          <a:p>
            <a:r>
              <a:t>• No internet after model download</a:t>
            </a:r>
          </a:p>
          <a:p>
            <a:r>
              <a:t>• Free and open-source</a:t>
            </a:r>
          </a:p>
          <a:p>
            <a:r>
              <a:t>• Easy Command Line (CMD) usage</a:t>
            </a:r>
          </a:p>
          <a:p>
            <a:r>
              <a:t>• Ideal for students and developers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 Ollama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Download from:</a:t>
            </a:r>
          </a:p>
          <a:p>
            <a:r>
              <a:t>https://ollama.com</a:t>
            </a:r>
          </a:p>
          <a:p>
            <a:endParaRPr/>
          </a:p>
          <a:p>
            <a:r>
              <a:t>Supported OS:</a:t>
            </a:r>
          </a:p>
          <a:p>
            <a:r>
              <a:t>Windows | macOS | Linux</a:t>
            </a:r>
          </a:p>
          <a:p>
            <a:endParaRPr/>
          </a:p>
          <a:p>
            <a:r>
              <a:t>Open CMD / Terminal after installation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Verify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</a:t>
            </a:r>
          </a:p>
          <a:p>
            <a:r>
              <a:t>ollama --version</a:t>
            </a:r>
          </a:p>
          <a:p>
            <a:endParaRPr/>
          </a:p>
          <a:p>
            <a:r>
              <a:t>Displays installed Ollama version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Installed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</a:t>
            </a:r>
          </a:p>
          <a:p>
            <a:r>
              <a:t>ollama list</a:t>
            </a:r>
          </a:p>
          <a:p>
            <a:endParaRPr/>
          </a:p>
          <a:p>
            <a:r>
              <a:t>Shows all installed models and 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 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Command:</a:t>
            </a:r>
          </a:p>
          <a:p>
            <a:r>
              <a:rPr dirty="0" err="1"/>
              <a:t>ollama</a:t>
            </a:r>
            <a:r>
              <a:rPr dirty="0"/>
              <a:t> run </a:t>
            </a:r>
            <a:r>
              <a:rPr lang="en-US" dirty="0" smtClean="0"/>
              <a:t>phi3 or gemma3:270m </a:t>
            </a:r>
            <a:r>
              <a:rPr lang="en-US" smtClean="0"/>
              <a:t>or llama2</a:t>
            </a:r>
            <a:endParaRPr dirty="0"/>
          </a:p>
          <a:p>
            <a:endParaRPr dirty="0"/>
          </a:p>
          <a:p>
            <a:r>
              <a:rPr dirty="0"/>
              <a:t>Downloads model (first time only)</a:t>
            </a:r>
          </a:p>
          <a:p>
            <a:r>
              <a:rPr dirty="0"/>
              <a:t>Starts chat session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Pull Model Only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</a:t>
            </a:r>
          </a:p>
          <a:p>
            <a:r>
              <a:t>ollama pull mistral</a:t>
            </a:r>
          </a:p>
          <a:p>
            <a:endParaRPr/>
          </a:p>
          <a:p>
            <a:r>
              <a:t>Downloads model without running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Stop a Running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Ctrl + C</a:t>
            </a:r>
          </a:p>
          <a:p>
            <a:endParaRPr/>
          </a:p>
          <a:p>
            <a:r>
              <a:t>OR</a:t>
            </a:r>
          </a:p>
          <a:p>
            <a:endParaRPr/>
          </a:p>
          <a:p>
            <a:r>
              <a:t>ollama stop llama2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Remove 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</a:t>
            </a:r>
          </a:p>
          <a:p>
            <a:r>
              <a:t>ollama rm llama2</a:t>
            </a:r>
          </a:p>
          <a:p>
            <a:endParaRPr/>
          </a:p>
          <a:p>
            <a:r>
              <a:t>Deletes model and frees disk space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Ollama Local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Runs automatically</a:t>
            </a:r>
          </a:p>
          <a:p>
            <a:endParaRPr/>
          </a:p>
          <a:p>
            <a:r>
              <a:t>URL:</a:t>
            </a:r>
          </a:p>
          <a:p>
            <a:r>
              <a:t>http://localhost:11434</a:t>
            </a:r>
          </a:p>
          <a:p>
            <a:endParaRPr/>
          </a:p>
          <a:p>
            <a:r>
              <a:t>Used for app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Ollama API Endpoint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 request:</a:t>
            </a:r>
          </a:p>
          <a:p>
            <a:r>
              <a:t>/api/generate</a:t>
            </a:r>
          </a:p>
          <a:p>
            <a:endParaRPr/>
          </a:p>
          <a:p>
            <a:r>
              <a:t>Used in Python and Node.js apps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Popular Ollama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llama2</a:t>
            </a:r>
          </a:p>
          <a:p>
            <a:r>
              <a:t>• mistral</a:t>
            </a:r>
          </a:p>
          <a:p>
            <a:r>
              <a:t>• gemma</a:t>
            </a:r>
          </a:p>
          <a:p>
            <a:r>
              <a:t>• codellama</a:t>
            </a:r>
          </a:p>
          <a:p>
            <a:r>
              <a:t>• phi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Ollama is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Learning GenAI</a:t>
            </a:r>
          </a:p>
          <a:p>
            <a:r>
              <a:t>• College projects</a:t>
            </a:r>
          </a:p>
          <a:p>
            <a:r>
              <a:t>• AI chat applications</a:t>
            </a:r>
          </a:p>
          <a:p>
            <a:r>
              <a:t>• Offline &amp; private AI systems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Ollama makes GenAI simple and local.</a:t>
            </a:r>
          </a:p>
          <a:p>
            <a:r>
              <a:t>Easy CLI commands.</a:t>
            </a:r>
          </a:p>
          <a:p>
            <a:r>
              <a:t>Powerful API support.</a:t>
            </a:r>
          </a:p>
          <a:p>
            <a:r>
              <a:t>Perfect for beginners.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263</Words>
  <Application>Microsoft Office PowerPoint</Application>
  <PresentationFormat>On-screen Show (4:3)</PresentationFormat>
  <Paragraphs>79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Ollama – Introduction</vt:lpstr>
      <vt:lpstr>Why Use Ollama?</vt:lpstr>
      <vt:lpstr>Install Ollama</vt:lpstr>
      <vt:lpstr>Verify Installation</vt:lpstr>
      <vt:lpstr>List Installed Models</vt:lpstr>
      <vt:lpstr>Run a Model</vt:lpstr>
      <vt:lpstr>Pull Model Only</vt:lpstr>
      <vt:lpstr>Stop a Running Model</vt:lpstr>
      <vt:lpstr>Remove a Model</vt:lpstr>
      <vt:lpstr>Ollama Local Server</vt:lpstr>
      <vt:lpstr>Ollama API Endpoint</vt:lpstr>
      <vt:lpstr>Popular Ollama Models</vt:lpstr>
      <vt:lpstr>Where Ollama is Used</vt:lpstr>
      <vt:lpstr>Conclusion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Ollama – Introduction</dc:title>
  <dc:subject/>
  <dc:creator/>
  <cp:keywords/>
  <dc:description>generated using python-pptx</dc:description>
  <cp:lastModifiedBy>Dell</cp:lastModifiedBy>
  <cp:revision>4</cp:revision>
  <dcterms:created xsi:type="dcterms:W3CDTF">2013-01-27T09:14:16Z</dcterms:created>
  <dcterms:modified xsi:type="dcterms:W3CDTF">2026-02-05T19:06:38Z</dcterms:modified>
  <cp:category/>
</cp:coreProperties>
</file>